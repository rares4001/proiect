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2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80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9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9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2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4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6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0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5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58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26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86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08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87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49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7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22D79FF-D5B7-458D-B62F-2C262444449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A50225B-F921-4FAA-A718-58E6A2802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9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EDD0BE-E33C-6B75-59D6-D401B4F32395}"/>
              </a:ext>
            </a:extLst>
          </p:cNvPr>
          <p:cNvSpPr/>
          <p:nvPr/>
        </p:nvSpPr>
        <p:spPr>
          <a:xfrm>
            <a:off x="1627224" y="637674"/>
            <a:ext cx="893755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Beneficiile</a:t>
            </a:r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 </a:t>
            </a:r>
            <a:r>
              <a:rPr lang="en-US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unei</a:t>
            </a:r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 </a:t>
            </a:r>
            <a:r>
              <a:rPr lang="en-US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alimentații</a:t>
            </a:r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 </a:t>
            </a:r>
            <a:r>
              <a:rPr lang="en-US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sănătoase</a:t>
            </a:r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D3749E2-1D48-384D-40C3-10F43342E2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053639" y="2764280"/>
            <a:ext cx="408472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Alimentația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sănătoasă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înseamnă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consumul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echilibrat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nutrienți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proteine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carbohidrați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grăsimi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vitamine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minerale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Este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esențială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pentru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menținerea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sănătății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fizice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mentale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Ne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influențează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energia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starea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de spirit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și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calitatea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vieții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1072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A9CF12-8B06-AD09-89FE-58A1AD247125}"/>
              </a:ext>
            </a:extLst>
          </p:cNvPr>
          <p:cNvSpPr/>
          <p:nvPr/>
        </p:nvSpPr>
        <p:spPr>
          <a:xfrm>
            <a:off x="624019" y="609146"/>
            <a:ext cx="1094396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err="1">
                <a:solidFill>
                  <a:schemeClr val="bg2"/>
                </a:solidFill>
              </a:rPr>
              <a:t>Beneficii</a:t>
            </a:r>
            <a:r>
              <a:rPr lang="en-US" sz="5400" dirty="0">
                <a:solidFill>
                  <a:schemeClr val="bg2"/>
                </a:solidFill>
              </a:rPr>
              <a:t> </a:t>
            </a:r>
            <a:r>
              <a:rPr lang="en-US" sz="5400" dirty="0" err="1">
                <a:solidFill>
                  <a:schemeClr val="bg2"/>
                </a:solidFill>
              </a:rPr>
              <a:t>pentru</a:t>
            </a:r>
            <a:r>
              <a:rPr lang="en-US" sz="5400" dirty="0">
                <a:solidFill>
                  <a:schemeClr val="bg2"/>
                </a:solidFill>
              </a:rPr>
              <a:t> </a:t>
            </a:r>
            <a:r>
              <a:rPr lang="en-US" sz="5400" dirty="0" err="1">
                <a:solidFill>
                  <a:schemeClr val="bg2"/>
                </a:solidFill>
              </a:rPr>
              <a:t>sănătatea</a:t>
            </a:r>
            <a:r>
              <a:rPr lang="en-US" sz="5400" dirty="0">
                <a:solidFill>
                  <a:schemeClr val="bg2"/>
                </a:solidFill>
              </a:rPr>
              <a:t> </a:t>
            </a:r>
            <a:r>
              <a:rPr lang="en-US" sz="5400" dirty="0" err="1">
                <a:solidFill>
                  <a:schemeClr val="bg2"/>
                </a:solidFill>
              </a:rPr>
              <a:t>fizică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bg2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58DF33-FF00-3E4C-DD74-9C52AE33E4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019" y="3018853"/>
            <a:ext cx="1019237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Întărește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sistemul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imunitar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Ajută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la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menținerea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unei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greutăți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corporale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normale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Reduce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riscul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de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boli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(ex: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diabet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,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boli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de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inimă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Oferă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energie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pentru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activitățile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en-US" altLang="en-US" sz="3200" i="0" u="none" strike="noStrike" normalizeH="0" baseline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zilnice</a:t>
            </a:r>
            <a:r>
              <a:rPr kumimoji="0" lang="en-US" altLang="en-US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025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F545-FB35-E319-2B92-F1ED75AC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021794"/>
            <a:ext cx="12873790" cy="706964"/>
          </a:xfrm>
        </p:spPr>
        <p:txBody>
          <a:bodyPr/>
          <a:lstStyle/>
          <a:p>
            <a:r>
              <a:rPr lang="en-US" sz="4400" dirty="0" err="1">
                <a:latin typeface="+mn-lt"/>
                <a:ea typeface="+mn-ea"/>
                <a:cs typeface="+mn-cs"/>
              </a:rPr>
              <a:t>Beneficii</a:t>
            </a:r>
            <a:r>
              <a:rPr lang="en-US" sz="4400" dirty="0">
                <a:latin typeface="+mn-lt"/>
                <a:ea typeface="+mn-ea"/>
                <a:cs typeface="+mn-cs"/>
              </a:rPr>
              <a:t> </a:t>
            </a:r>
            <a:r>
              <a:rPr lang="en-US" sz="4400" dirty="0" err="1">
                <a:latin typeface="+mn-lt"/>
                <a:ea typeface="+mn-ea"/>
                <a:cs typeface="+mn-cs"/>
              </a:rPr>
              <a:t>pentru</a:t>
            </a:r>
            <a:r>
              <a:rPr lang="en-US" sz="4400" dirty="0">
                <a:latin typeface="+mn-lt"/>
                <a:ea typeface="+mn-ea"/>
                <a:cs typeface="+mn-cs"/>
              </a:rPr>
              <a:t> </a:t>
            </a:r>
            <a:r>
              <a:rPr lang="en-US" sz="4400" dirty="0" err="1">
                <a:latin typeface="+mn-lt"/>
                <a:ea typeface="+mn-ea"/>
                <a:cs typeface="+mn-cs"/>
              </a:rPr>
              <a:t>sănătatea</a:t>
            </a:r>
            <a:r>
              <a:rPr lang="en-US" sz="4400" dirty="0">
                <a:latin typeface="+mn-lt"/>
                <a:ea typeface="+mn-ea"/>
                <a:cs typeface="+mn-cs"/>
              </a:rPr>
              <a:t> </a:t>
            </a:r>
            <a:r>
              <a:rPr lang="en-US" sz="4400" dirty="0" err="1">
                <a:latin typeface="+mn-lt"/>
                <a:ea typeface="+mn-ea"/>
                <a:cs typeface="+mn-cs"/>
              </a:rPr>
              <a:t>mentală</a:t>
            </a:r>
            <a:br>
              <a:rPr lang="en-US" sz="4400" b="1" dirty="0"/>
            </a:br>
            <a:endParaRPr 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CC6D36-325E-8EA0-0E90-BD7634F5EF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018989"/>
            <a:ext cx="86052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Îmbunătățește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concentrarea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memoria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Reduce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stresul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riscul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depresie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Contribuie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la o stare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generală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de bine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Susține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somn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mai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odihnitor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74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A72F-2773-26DD-ED46-D4EE3812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Concluzie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recomandări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B470-5B26-CAD9-021C-D9EB383D4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Consumați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fructe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legume </a:t>
            </a:r>
          </a:p>
          <a:p>
            <a:r>
              <a:rPr lang="en-US" sz="2400" dirty="0" err="1"/>
              <a:t>Evitați</a:t>
            </a:r>
            <a:r>
              <a:rPr lang="en-US" sz="2400" dirty="0"/>
              <a:t> </a:t>
            </a:r>
            <a:r>
              <a:rPr lang="en-US" sz="2400" dirty="0" err="1"/>
              <a:t>alimentele</a:t>
            </a:r>
            <a:r>
              <a:rPr lang="en-US" sz="2400" dirty="0"/>
              <a:t> </a:t>
            </a:r>
            <a:r>
              <a:rPr lang="en-US" sz="2400" dirty="0" err="1"/>
              <a:t>procesate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zahărul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exces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Beți</a:t>
            </a:r>
            <a:r>
              <a:rPr lang="en-US" sz="2400" dirty="0"/>
              <a:t> </a:t>
            </a:r>
            <a:r>
              <a:rPr lang="en-US" sz="2400" dirty="0" err="1"/>
              <a:t>suficientă</a:t>
            </a:r>
            <a:r>
              <a:rPr lang="en-US" sz="2400" dirty="0"/>
              <a:t> </a:t>
            </a:r>
            <a:r>
              <a:rPr lang="en-US" sz="2400" dirty="0" err="1"/>
              <a:t>apă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Adoptați</a:t>
            </a:r>
            <a:r>
              <a:rPr lang="en-US" sz="2400" dirty="0"/>
              <a:t> un </a:t>
            </a:r>
            <a:r>
              <a:rPr lang="en-US" sz="2400" dirty="0" err="1"/>
              <a:t>stil</a:t>
            </a:r>
            <a:r>
              <a:rPr lang="en-US" sz="2400" dirty="0"/>
              <a:t> de </a:t>
            </a:r>
            <a:r>
              <a:rPr lang="en-US" sz="2400" dirty="0" err="1"/>
              <a:t>viață</a:t>
            </a:r>
            <a:r>
              <a:rPr lang="en-US" sz="2400" dirty="0"/>
              <a:t> </a:t>
            </a:r>
            <a:r>
              <a:rPr lang="en-US" sz="2400" dirty="0" err="1"/>
              <a:t>echilibrat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 err="1"/>
              <a:t>Concluzie</a:t>
            </a:r>
            <a:r>
              <a:rPr lang="en-US" sz="2400" b="1" dirty="0"/>
              <a:t>:</a:t>
            </a:r>
            <a:r>
              <a:rPr lang="en-US" sz="2400" dirty="0"/>
              <a:t> O </a:t>
            </a:r>
            <a:r>
              <a:rPr lang="en-US" sz="2400" dirty="0" err="1"/>
              <a:t>alimentație</a:t>
            </a:r>
            <a:r>
              <a:rPr lang="en-US" sz="2400" dirty="0"/>
              <a:t> </a:t>
            </a:r>
            <a:r>
              <a:rPr lang="en-US" sz="2400" dirty="0" err="1"/>
              <a:t>sănătoasă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cheia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vieți</a:t>
            </a:r>
            <a:r>
              <a:rPr lang="en-US" sz="2400" dirty="0"/>
              <a:t> lungi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echilibrate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9150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</TotalTime>
  <Words>135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Century Gothic</vt:lpstr>
      <vt:lpstr>Wingdings 3</vt:lpstr>
      <vt:lpstr>Ion Boardroom</vt:lpstr>
      <vt:lpstr>PowerPoint Presentation</vt:lpstr>
      <vt:lpstr>PowerPoint Presentation</vt:lpstr>
      <vt:lpstr>Beneficii pentru sănătatea mentală </vt:lpstr>
      <vt:lpstr>Concluzie și recomandări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blidedaria@gmail.com</dc:creator>
  <cp:lastModifiedBy>blidedaria@gmail.com</cp:lastModifiedBy>
  <cp:revision>1</cp:revision>
  <dcterms:created xsi:type="dcterms:W3CDTF">2026-04-28T05:40:40Z</dcterms:created>
  <dcterms:modified xsi:type="dcterms:W3CDTF">2026-04-28T05:48:46Z</dcterms:modified>
</cp:coreProperties>
</file>