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72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EDC74-13BB-45C7-B9CD-D17096B5C7A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429210-6756-4C82-BBE0-85E9DC7290B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Felicitare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>
            <a:hlinkClick r:id="rId1" action="ppaction://hlinksldjump"/>
          </p:cNvPr>
          <p:cNvSpPr/>
          <p:nvPr/>
        </p:nvSpPr>
        <p:spPr>
          <a:xfrm>
            <a:off x="1180407" y="465513"/>
            <a:ext cx="1995055" cy="16557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s 1"/>
          <p:cNvSpPr/>
          <p:nvPr/>
        </p:nvSpPr>
        <p:spPr>
          <a:xfrm>
            <a:off x="3705225" y="2773045"/>
            <a:ext cx="4781550" cy="119888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prstTxWarp prst="textPlain">
              <a:avLst/>
            </a:prstTxWarp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p>
            <a:pPr algn="ctr"/>
            <a:r>
              <a:rPr lang="en-US" sz="7200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La multi ani!</a:t>
            </a:r>
            <a:endParaRPr lang="en-US" altLang="en-US" sz="7200" b="1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WPS Presentation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Felicitare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blidedaria@gmail.com</dc:creator>
  <cp:lastModifiedBy>The Punisher</cp:lastModifiedBy>
  <cp:revision>2</cp:revision>
  <dcterms:created xsi:type="dcterms:W3CDTF">2026-04-21T05:43:00Z</dcterms:created>
  <dcterms:modified xsi:type="dcterms:W3CDTF">2026-04-21T17:00:43Z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1358EC5D58284999981C8EAB7B23D0D8_12</vt:lpwstr>
  </property>
  <property fmtid="{D5CDD505-2E9C-101B-9397-08002B2CF9AE}" pid="3" name="KSOProductBuildVer">
    <vt:lpwstr>2057-12.2.0.23196</vt:lpwstr>
  </property>
</Properties>
</file>